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0EF8-D901-BDBF-B6AD-C348C1BFE1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B212E-A3F9-818A-00D2-FBFC5574D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8E865-7102-F146-4251-7AAE102B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B937-9772-44E5-8171-762EAD33075A}" type="datetimeFigureOut">
              <a:rPr lang="en-IN" smtClean="0"/>
              <a:t>23-10-2026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192CB-03E7-6E76-FB94-E158DF559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5D60D-DBDC-094C-3999-C0CFF65CC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2533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81333-2C77-71F9-9CA7-8F4CFAB81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D54EC-ADCF-41F7-A9C0-30FEAB47D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7F5A7-5BA9-208C-E62B-46BB12FA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B937-9772-44E5-8171-762EAD33075A}" type="datetimeFigureOut">
              <a:rPr lang="en-IN" smtClean="0"/>
              <a:t>23-10-2026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A81F0-9A3D-7B95-7725-A91E9ED3A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8562B-D2EE-4243-FA56-9D0FB2381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763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A9BA1-EBE1-BFAA-F3B5-890413D4A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645A5-A7C9-DF72-5983-17B140655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E839B-0842-6FE5-6410-8333C01B9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B937-9772-44E5-8171-762EAD33075A}" type="datetimeFigureOut">
              <a:rPr lang="en-IN" smtClean="0"/>
              <a:t>23-10-2026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FE602-B1B1-80AB-C632-33A0134FA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15EDA-45A3-392E-EAAF-5FE0991AD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0403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A3A33-9EF5-61AC-8CD6-6DC84BB80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D2389-6950-536E-EF87-8794EC4BAA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5975EE-2FC7-34D9-93AD-357EDEA1D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B2CDE-4C8C-DF05-7794-66320D2A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B937-9772-44E5-8171-762EAD33075A}" type="datetimeFigureOut">
              <a:rPr lang="en-IN" smtClean="0"/>
              <a:t>23-10-2026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5E3ED5-ADAA-2B7D-9095-9DF211AC6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43F82-0CCF-D2B7-A126-1948E0CA2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9186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C962A-D63C-9607-3F1B-996F638E3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3F5D7-0849-C9B3-2AD8-399E05EA2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C7BD0B-A7D0-6ACF-3B64-B7DBA0C1C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59D428-C748-F937-CDFE-09A9654EDD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B5962B-9A00-1D06-626E-E03F914A4D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E5AE3F-C43D-1F76-6ACD-607B8E10D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B937-9772-44E5-8171-762EAD33075A}" type="datetimeFigureOut">
              <a:rPr lang="en-IN" smtClean="0"/>
              <a:t>23-10-2026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F93343-E5A8-D057-1D61-F879C3154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FC0A2-E754-8925-8D3C-F93CBD695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229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77CF9-E964-C5D2-798D-F23E86EE2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C6641-B91A-8392-DAA5-047690795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B937-9772-44E5-8171-762EAD33075A}" type="datetimeFigureOut">
              <a:rPr lang="en-IN" smtClean="0"/>
              <a:t>23-10-2026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141E7B-1264-24ED-5B41-96D08203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3DC016-E10F-0B9D-B8A0-380E5EEE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673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716F98-C5ED-8D72-CF88-0D1ED6FEB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B937-9772-44E5-8171-762EAD33075A}" type="datetimeFigureOut">
              <a:rPr lang="en-IN" smtClean="0"/>
              <a:t>23-10-2026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F38798-7A61-4788-BCCB-419CAC636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744B7-BD02-6F4E-38DF-6631CB7B4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3961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8165A-1FA6-5F5D-1385-9481538A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A18F1-6EBE-E3B5-8537-970DDD367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849573-6AF0-B51A-F829-8887C3499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C9567-AC06-E83D-1148-0DCFBA069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B937-9772-44E5-8171-762EAD33075A}" type="datetimeFigureOut">
              <a:rPr lang="en-IN" smtClean="0"/>
              <a:t>23-10-2026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10944-6179-20FF-4F48-9EF592040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CA4DD-F7FA-CDFF-6D91-24450739A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3419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62393-15EB-525D-0167-B8165BCE9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78A745-BECE-7F5B-E0E2-D1E8286326B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5DC3D-533F-54D4-074E-9D07F0C6C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2167A-F1D5-90D6-F90A-148CF0E1E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B937-9772-44E5-8171-762EAD33075A}" type="datetimeFigureOut">
              <a:rPr lang="en-IN" smtClean="0"/>
              <a:t>23-10-2026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93866-F21E-74EC-43A7-6734A4FAC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D09AC-7144-0944-DE3E-51FE36E64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1752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8E188-6BA4-8EAA-D540-893E05F9C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C63CD-6B88-5F58-EEBE-4E0E081BF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CDA70-0436-EE15-9987-B5BEB4C77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B937-9772-44E5-8171-762EAD33075A}" type="datetimeFigureOut">
              <a:rPr lang="en-IN" smtClean="0"/>
              <a:t>23-10-2026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BEB9E-E500-D129-DDDE-6D93C1F1D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281BC-8332-35FB-33EB-451E46ABF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5643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1DDA7B-8801-CA9B-41CE-53D9040C7B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5B26B-5B92-D1CE-43AF-C1C90EB29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319C2-657E-3BF7-5748-28F9C3B1F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B937-9772-44E5-8171-762EAD33075A}" type="datetimeFigureOut">
              <a:rPr lang="en-IN" smtClean="0"/>
              <a:t>23-10-2026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18359-9FD6-868F-DD12-2FDB7532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5B8CE-084C-A932-906F-1C20AFA59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3647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8242AB-A4B8-BFD9-C6A0-499F7826D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05A27-CD03-1E1B-0678-FDEB078AE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BD441-5E49-CC11-296D-0E1B0F4432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8B937-9772-44E5-8171-762EAD33075A}" type="datetimeFigureOut">
              <a:rPr lang="en-IN" smtClean="0"/>
              <a:t>23-10-2026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FBAF0-1999-F06D-4F43-6DB12B1CA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4BD0E-8526-CDC1-C695-89DE031D2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043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6C8592-9817-F7F0-D920-04B9BE0D3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2"/>
            <a:ext cx="12192000" cy="649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875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1AB9B-FD80-D066-6CFD-30E349231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3B7D83-A764-CFE1-D774-0CF00159A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532"/>
            <a:ext cx="12192000" cy="651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574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4D663-210C-CBFB-1187-A5217BFBA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F515FE-8BB1-7253-DE23-0EA66BC46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39" y="0"/>
            <a:ext cx="114599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602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75411-93B0-ACCE-4549-302146E6D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A80AE9-88C1-4168-1295-1C68024FE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36" y="0"/>
            <a:ext cx="119105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776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E044E-2A45-65F0-3FA0-FB4B50005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827740-B465-24FE-DC4D-D30D68C74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887" y="0"/>
            <a:ext cx="82862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81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8F05E-8BDA-0497-B3CF-678BE0117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EFE330-FF35-98FB-AF60-DF4C36C17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526" y="0"/>
            <a:ext cx="99769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883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E2C1F-4C15-DFE1-ED4C-5F524374D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52FEBD-D217-77D0-4838-1BE6A2980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41" y="0"/>
            <a:ext cx="11275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869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F5726-C3B0-B5AE-1CDB-C560716E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1EADEA-2BCF-C411-B8BF-6C757FAF0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18" y="0"/>
            <a:ext cx="109083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1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8766D-F88D-CEDC-B415-6E19AA14D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551B73-0D35-3B3B-9543-88D6EAE9C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77" y="0"/>
            <a:ext cx="114820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060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57139-4484-71EA-2FC9-41AD0DBC4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B0DBB8-AF12-AFF9-0FE4-CB49B2A83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27" y="0"/>
            <a:ext cx="109739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25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4A51B-6E66-A9A1-22DC-7467AE82B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FBE15A-FC7C-03AB-1263-CDD90F703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7" y="0"/>
            <a:ext cx="120759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698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8E8FF-1D77-011C-E767-160A21CBC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AE4CCE-DD94-8791-6F96-7CD1AE9D9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73" y="0"/>
            <a:ext cx="109428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916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2F0CE-6D01-7BA7-D70B-F3DF5C89E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D42873-4F95-3E47-24B2-2A79262CB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49" y="0"/>
            <a:ext cx="112933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689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23734-D161-A19F-B066-07EF24049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6DC4E4-AD6E-E049-E12D-65F443118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133"/>
            <a:ext cx="12192000" cy="670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28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F4387-C5C6-9062-FEAF-9345EC92C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305DCA-D02A-C780-1BED-44AAF692A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34" y="0"/>
            <a:ext cx="108703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34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9E423-048D-3803-3C67-433618615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0DD745-78C9-8C6F-8747-C8F3F6851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35" y="0"/>
            <a:ext cx="114659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048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6E65D-C3A4-6062-1528-B552F5DC6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B3D98B-9C5A-3375-D588-C95220C26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27" y="0"/>
            <a:ext cx="109739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810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9A96D-E01B-2201-012C-21D009AE7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2BA873-24F4-5D61-34C4-5078EE26E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57" y="0"/>
            <a:ext cx="110640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496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74791-D8B7-2B16-39D2-92C0DAD22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91BC5B-461C-682A-C3FC-AB1075D33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853"/>
            <a:ext cx="12192000" cy="668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661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CC1FE-8347-C899-E043-94CD74E55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272371-79E3-3529-BEBA-45D1EBE0F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1" y="0"/>
            <a:ext cx="120061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191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10327-6BCA-2EFF-2C15-48AD6CF15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ADBDC9-9E07-DC4C-10BC-343CAA9FA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04"/>
            <a:ext cx="12192000" cy="681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5935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C0DE3-40F1-73FE-1FF1-91C8C9E44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1112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cloudsony9991@outlook.com</dc:creator>
  <cp:lastModifiedBy>cloudsony9991@outlook.com</cp:lastModifiedBy>
  <cp:revision>1</cp:revision>
  <dcterms:created xsi:type="dcterms:W3CDTF">2026-10-23T06:23:01Z</dcterms:created>
  <dcterms:modified xsi:type="dcterms:W3CDTF">2026-10-23T07:28:58Z</dcterms:modified>
</cp:coreProperties>
</file>